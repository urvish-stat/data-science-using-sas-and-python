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13"/>
  </p:notesMasterIdLst>
  <p:sldIdLst>
    <p:sldId id="297" r:id="rId3"/>
    <p:sldId id="257" r:id="rId4"/>
    <p:sldId id="314" r:id="rId5"/>
    <p:sldId id="315" r:id="rId6"/>
    <p:sldId id="316" r:id="rId7"/>
    <p:sldId id="317" r:id="rId8"/>
    <p:sldId id="318" r:id="rId9"/>
    <p:sldId id="319" r:id="rId10"/>
    <p:sldId id="313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1499" autoAdjust="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100F-DE61-4D54-8450-A9B8CE5023B1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9B35-E5C0-4422-AAF8-BFFA2F238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8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98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7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7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01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53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0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197" y="2025423"/>
            <a:ext cx="9144000" cy="2092745"/>
          </a:xfrm>
        </p:spPr>
        <p:txBody>
          <a:bodyPr>
            <a:noAutofit/>
          </a:bodyPr>
          <a:lstStyle/>
          <a:p>
            <a:r>
              <a:rPr lang="en-US" sz="8000" dirty="0"/>
              <a:t>Influential Observation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42888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A1AAA-540E-4592-B1D5-8A39978AB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05350" cy="3400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AEDEFE-4193-4621-98CE-3C4B264CE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67312"/>
            <a:ext cx="8850549" cy="158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1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C4961-EB3F-452E-8F98-D205F91E6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60" y="1690687"/>
            <a:ext cx="873918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7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4C8F5-E0CD-4A69-BAEC-EC4BEB7C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10737715" cy="48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5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EC504-9872-423A-AA9E-A9A23119E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96" y="1690688"/>
            <a:ext cx="4819650" cy="3705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535969-F2FD-453A-9D83-41BD512836FD}"/>
              </a:ext>
            </a:extLst>
          </p:cNvPr>
          <p:cNvSpPr txBox="1"/>
          <p:nvPr/>
        </p:nvSpPr>
        <p:spPr>
          <a:xfrm>
            <a:off x="6023042" y="2648497"/>
            <a:ext cx="6168958" cy="15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RSTUDENT residuals are similar to the standardized residuals except that they are calculated after deleting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observation. In other words, RSTUDENT residual is the difference between observed Y and the predicted values of Y excluding this observation from the regression.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71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E9057-6B6D-408E-B3BF-6D80D7987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3531"/>
            <a:ext cx="4735749" cy="3142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0A45E0-5CF0-4121-8861-FF86FE57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228" y="2303531"/>
            <a:ext cx="6162675" cy="314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4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6A4B7-F8DE-47F2-8E11-31A562C39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8908"/>
            <a:ext cx="5552872" cy="3463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AEED67-20E2-4876-8AF7-B86B27BD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30" y="1798908"/>
            <a:ext cx="5552872" cy="346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6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Observation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944D2-53FA-4973-8D0C-3790D5827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3683"/>
            <a:ext cx="5377774" cy="337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0C012-B40B-4E28-BD09-BF475D5D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656" y="2371752"/>
            <a:ext cx="5377774" cy="1581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D5D2A4-25FA-4EEC-8B2C-100FF33E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61106"/>
            <a:ext cx="10766898" cy="181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1691" y="2689718"/>
            <a:ext cx="314220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4276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583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72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1_Office Theme</vt:lpstr>
      <vt:lpstr>Influential Observation Analysis</vt:lpstr>
      <vt:lpstr>Influential Observation Analysis</vt:lpstr>
      <vt:lpstr>Influential Observation Analysis</vt:lpstr>
      <vt:lpstr>Influential Observation Analysis</vt:lpstr>
      <vt:lpstr>Influential Observation Analysis</vt:lpstr>
      <vt:lpstr>Influential Observation Analysis</vt:lpstr>
      <vt:lpstr>Influential Observation Analysis</vt:lpstr>
      <vt:lpstr>Influential Observation Analysis</vt:lpstr>
      <vt:lpstr>PowerPoint Presentation</vt:lpstr>
      <vt:lpstr>Q&amp;A</vt:lpstr>
    </vt:vector>
  </TitlesOfParts>
  <Company>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using SAS (Demo)</dc:title>
  <dc:creator>Urvish Shah</dc:creator>
  <cp:lastModifiedBy>Urvish Shah</cp:lastModifiedBy>
  <cp:revision>511</cp:revision>
  <dcterms:created xsi:type="dcterms:W3CDTF">2015-11-18T16:05:43Z</dcterms:created>
  <dcterms:modified xsi:type="dcterms:W3CDTF">2020-07-31T13:43:23Z</dcterms:modified>
</cp:coreProperties>
</file>