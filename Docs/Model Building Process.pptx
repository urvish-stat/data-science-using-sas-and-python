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0" r:id="rId2"/>
  </p:sldMasterIdLst>
  <p:notesMasterIdLst>
    <p:notesMasterId r:id="rId7"/>
  </p:notesMasterIdLst>
  <p:sldIdLst>
    <p:sldId id="297" r:id="rId3"/>
    <p:sldId id="257" r:id="rId4"/>
    <p:sldId id="298" r:id="rId5"/>
    <p:sldId id="27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1499" autoAdjust="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C100F-DE61-4D54-8450-A9B8CE5023B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39B35-E5C0-4422-AAF8-BFFA2F238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8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5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0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0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1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6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6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5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4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8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1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0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1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28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98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74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79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01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53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0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0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197" y="2025423"/>
            <a:ext cx="9144000" cy="2092745"/>
          </a:xfrm>
        </p:spPr>
        <p:txBody>
          <a:bodyPr>
            <a:noAutofit/>
          </a:bodyPr>
          <a:lstStyle/>
          <a:p>
            <a:r>
              <a:rPr lang="en-US" sz="8000" dirty="0"/>
              <a:t>Model Building Process</a:t>
            </a:r>
          </a:p>
        </p:txBody>
      </p:sp>
    </p:spTree>
    <p:extLst>
      <p:ext uri="{BB962C8B-B14F-4D97-AF65-F5344CB8AC3E}">
        <p14:creationId xmlns:p14="http://schemas.microsoft.com/office/powerpoint/2010/main" val="142888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Process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7500F-D391-418B-9092-FE6624651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6698"/>
            <a:ext cx="10214042" cy="49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1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62F14-C305-4435-BF11-AEF69BAD0231}"/>
              </a:ext>
            </a:extLst>
          </p:cNvPr>
          <p:cNvSpPr txBox="1"/>
          <p:nvPr/>
        </p:nvSpPr>
        <p:spPr>
          <a:xfrm>
            <a:off x="497732" y="1793501"/>
            <a:ext cx="11574294" cy="4524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Preliminary Analysis: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This step includes the use of descriptive statistics, graphs and correlation analysis.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Candidate Model Selection: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step includes model selection techniques like all possible regression using Cp, Adjusted R-square, R-square and Automatic selection methods like Forward Selection, Backward Elimination and Stepwise Regression.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Assumption Validation: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includes the plots of residuals and graphs of residuals versus predicted values. It also includes the test of equal variance.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Collinearity and Influential Observation Analysis: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former includes the use of VIF to detect the collinearity among the variables and the later includes the analysis of influential data points using different influential statistics.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Revision: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steps 3 and 4 indicate the model revision, generate a new model by returning to these two steps.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 Testing: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possible, validate the model by using data not used to build the model. 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6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583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168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1_Office Theme</vt:lpstr>
      <vt:lpstr>Model Building Process</vt:lpstr>
      <vt:lpstr>Model Building Process</vt:lpstr>
      <vt:lpstr>Model Building Process</vt:lpstr>
      <vt:lpstr>Q&amp;A</vt:lpstr>
    </vt:vector>
  </TitlesOfParts>
  <Company>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by using SAS (Demo)</dc:title>
  <dc:creator>Urvish Shah</dc:creator>
  <cp:lastModifiedBy>Urvish Shah</cp:lastModifiedBy>
  <cp:revision>543</cp:revision>
  <dcterms:created xsi:type="dcterms:W3CDTF">2015-11-18T16:05:43Z</dcterms:created>
  <dcterms:modified xsi:type="dcterms:W3CDTF">2020-08-06T05:39:21Z</dcterms:modified>
</cp:coreProperties>
</file>