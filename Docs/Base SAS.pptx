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0" r:id="rId2"/>
  </p:sldMasterIdLst>
  <p:notesMasterIdLst>
    <p:notesMasterId r:id="rId40"/>
  </p:notesMasterIdLst>
  <p:sldIdLst>
    <p:sldId id="297" r:id="rId3"/>
    <p:sldId id="298" r:id="rId4"/>
    <p:sldId id="257" r:id="rId5"/>
    <p:sldId id="294" r:id="rId6"/>
    <p:sldId id="281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9" r:id="rId17"/>
    <p:sldId id="308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3" r:id="rId31"/>
    <p:sldId id="322" r:id="rId32"/>
    <p:sldId id="324" r:id="rId33"/>
    <p:sldId id="325" r:id="rId34"/>
    <p:sldId id="326" r:id="rId35"/>
    <p:sldId id="327" r:id="rId36"/>
    <p:sldId id="328" r:id="rId37"/>
    <p:sldId id="330" r:id="rId38"/>
    <p:sldId id="32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1499" autoAdjust="0"/>
  </p:normalViewPr>
  <p:slideViewPr>
    <p:cSldViewPr snapToGrid="0">
      <p:cViewPr varScale="1">
        <p:scale>
          <a:sx n="48" d="100"/>
          <a:sy n="48" d="100"/>
        </p:scale>
        <p:origin x="878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100F-DE61-4D54-8450-A9B8CE5023B1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39B35-E5C0-4422-AAF8-BFFA2F238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8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0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0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6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5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4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0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1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28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98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74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79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01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53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0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4520" y="1698437"/>
            <a:ext cx="9144000" cy="2092745"/>
          </a:xfrm>
        </p:spPr>
        <p:txBody>
          <a:bodyPr>
            <a:noAutofit/>
          </a:bodyPr>
          <a:lstStyle/>
          <a:p>
            <a:r>
              <a:rPr lang="en-US" sz="8000" dirty="0"/>
              <a:t>Base SAS</a:t>
            </a:r>
          </a:p>
        </p:txBody>
      </p:sp>
    </p:spTree>
    <p:extLst>
      <p:ext uri="{BB962C8B-B14F-4D97-AF65-F5344CB8AC3E}">
        <p14:creationId xmlns:p14="http://schemas.microsoft.com/office/powerpoint/2010/main" val="142888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 / Audience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purpose of this course is to cover the SAS Programming concepts for analyzing and managing data efficiently by using SAS Base.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Basic knowledge of computer is required. </a:t>
            </a:r>
          </a:p>
          <a:p>
            <a:endParaRPr lang="en-US" dirty="0"/>
          </a:p>
          <a:p>
            <a:r>
              <a:rPr lang="en-US" dirty="0"/>
              <a:t>Base SAS is for new SAS users who wants to apply the Data Management skills to their data and to prepare for Base SAS certification exam.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6672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SAS?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organization is collecting and maintaining the </a:t>
            </a:r>
            <a:r>
              <a:rPr lang="en-US" i="1" dirty="0"/>
              <a:t>large </a:t>
            </a:r>
            <a:r>
              <a:rPr lang="en-US" dirty="0"/>
              <a:t>amount of data for their decision making process, business growth by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analyzing hidden facts and trends</a:t>
            </a:r>
          </a:p>
          <a:p>
            <a:endParaRPr lang="en-US" dirty="0"/>
          </a:p>
          <a:p>
            <a:r>
              <a:rPr lang="en-US" dirty="0"/>
              <a:t>Data is an information on different aspects of business which we need to analyze and manage</a:t>
            </a:r>
          </a:p>
          <a:p>
            <a:endParaRPr lang="en-US" dirty="0"/>
          </a:p>
          <a:p>
            <a:r>
              <a:rPr lang="en-US" dirty="0"/>
              <a:t>For rapid growth of data, the main challenge is to managing and analyzing the </a:t>
            </a:r>
            <a:r>
              <a:rPr lang="en-US" i="1" dirty="0"/>
              <a:t>large </a:t>
            </a:r>
            <a:r>
              <a:rPr lang="en-US" dirty="0"/>
              <a:t>data efficiently </a:t>
            </a:r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1641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0231" y="2489663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78952" y="2689718"/>
            <a:ext cx="7487691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Base SAS DEMO</a:t>
            </a:r>
          </a:p>
        </p:txBody>
      </p:sp>
    </p:spTree>
    <p:extLst>
      <p:ext uri="{BB962C8B-B14F-4D97-AF65-F5344CB8AC3E}">
        <p14:creationId xmlns:p14="http://schemas.microsoft.com/office/powerpoint/2010/main" val="365446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6D867A-6DBE-4523-9F0F-5E76F68EB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515600" cy="45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01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579FF-F6D5-490A-9E60-967FF29B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74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8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2A3174-FD34-45DE-A48A-D85F672CE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0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3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6F040D-2DC3-435A-9A85-392EC7B12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9"/>
            <a:ext cx="10515600" cy="485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0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3B0E7-B572-4492-AC02-7DC8974A8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0042"/>
            <a:ext cx="10515600" cy="531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13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FABEB-3383-43B3-AAE7-A425D4DAF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7744327" cy="158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56238D-2B35-4139-A976-C124BEA6C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272589"/>
            <a:ext cx="10515602" cy="346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3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DD9E-22EE-4456-B49B-7812E57CE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5874"/>
            <a:ext cx="10515600" cy="514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8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99DA4-B28B-4A48-9CFC-A4057C443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888579" cy="477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0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8E3E85-BFF0-4833-BB59-2AF556028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2126"/>
            <a:ext cx="10515600" cy="506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35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37CB5-2770-4BFC-8208-46960D547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515600" cy="1212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2E3818-64BB-463C-B71E-993D4AE08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03620"/>
            <a:ext cx="10515600" cy="373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23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0231" y="2489663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83623" y="2689718"/>
            <a:ext cx="847834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SAS Library DEMO</a:t>
            </a:r>
          </a:p>
        </p:txBody>
      </p:sp>
    </p:spTree>
    <p:extLst>
      <p:ext uri="{BB962C8B-B14F-4D97-AF65-F5344CB8AC3E}">
        <p14:creationId xmlns:p14="http://schemas.microsoft.com/office/powerpoint/2010/main" val="1543913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6D468-115B-413F-8729-4D0FACDAF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515600" cy="424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80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AFC25-C24B-4A17-B2EB-4E8346A98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04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119E0B-D388-4F91-A733-5E80285E5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7"/>
            <a:ext cx="8049127" cy="487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10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01F8D-2A50-4815-9EE7-0F3341C41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10" y="1690688"/>
            <a:ext cx="8748963" cy="2095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1E17D0-30DF-4AAB-8DC2-C2693B080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09" y="3868487"/>
            <a:ext cx="8893343" cy="27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5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6DDFB-112D-4F4F-B854-48562B9D5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909011"/>
            <a:ext cx="9990220" cy="442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01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23D34-FC36-4CD3-8875-5C8A5E664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5381"/>
            <a:ext cx="10515600" cy="447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40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CACDFE-9721-4838-9F4A-25C3E345E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5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64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EF519-12E0-4023-840D-2ED58147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19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61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E1CCFB-7A3E-4A4E-99BA-7F03A630F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515600" cy="448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61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4748D4-D273-4D4C-81E1-1CA76EF66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93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09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6FE758-C956-4A94-BAE8-16FE788C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96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39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0BE9B-9787-40F7-87F6-22E85A264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515600" cy="485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99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AADA2-2F26-49A5-8561-D716E3994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515600" cy="456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3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0231" y="2489663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39621" y="2689718"/>
            <a:ext cx="236635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115818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Referencing Files in SAS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2043B-D61A-4F4A-B202-79FCD5F9E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72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8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Referencing Files in SAS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18A97-70D1-4F12-A7B3-69B98E634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72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89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Referencing Files in SAS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4AB02-5ADF-4DC8-B006-5B0CBB586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7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0231" y="2489663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518" y="2012609"/>
            <a:ext cx="8184420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PROC CONTENTS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212537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Editing SAS Programs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96A9EE-443A-4B83-975F-E408EDC31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56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2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Editing SAS Programs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4CF35-408A-4B37-9F43-03765FF3A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515600" cy="480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190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0231" y="2489663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77920" y="2689718"/>
            <a:ext cx="6931449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SAS Log DEMO</a:t>
            </a:r>
          </a:p>
        </p:txBody>
      </p:sp>
    </p:spTree>
    <p:extLst>
      <p:ext uri="{BB962C8B-B14F-4D97-AF65-F5344CB8AC3E}">
        <p14:creationId xmlns:p14="http://schemas.microsoft.com/office/powerpoint/2010/main" val="3241352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Editing SAS Programs</a:t>
            </a:r>
          </a:p>
        </p:txBody>
      </p:sp>
    </p:spTree>
    <p:extLst>
      <p:ext uri="{BB962C8B-B14F-4D97-AF65-F5344CB8AC3E}">
        <p14:creationId xmlns:p14="http://schemas.microsoft.com/office/powerpoint/2010/main" val="3838355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190</Words>
  <Application>Microsoft Office PowerPoint</Application>
  <PresentationFormat>Widescreen</PresentationFormat>
  <Paragraphs>50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1_Office Theme</vt:lpstr>
      <vt:lpstr>Base SAS</vt:lpstr>
      <vt:lpstr>Disclaimer / Audience</vt:lpstr>
      <vt:lpstr>Why SAS?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PowerPoint Presentation</vt:lpstr>
      <vt:lpstr>Referencing Files in SAS</vt:lpstr>
      <vt:lpstr>Referencing Files in SAS</vt:lpstr>
      <vt:lpstr>Referencing Files in SAS</vt:lpstr>
      <vt:lpstr>PowerPoint Presentation</vt:lpstr>
      <vt:lpstr>Debugging and Editing SAS Programs</vt:lpstr>
      <vt:lpstr>Debugging and Editing SAS Programs</vt:lpstr>
      <vt:lpstr>PowerPoint Presentation</vt:lpstr>
      <vt:lpstr>Debugging and Editing SAS Programs</vt:lpstr>
    </vt:vector>
  </TitlesOfParts>
  <Company>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by using SAS (Demo)</dc:title>
  <dc:creator>Urvish Shah</dc:creator>
  <cp:lastModifiedBy>Urvish Shah</cp:lastModifiedBy>
  <cp:revision>381</cp:revision>
  <dcterms:created xsi:type="dcterms:W3CDTF">2015-11-18T16:05:43Z</dcterms:created>
  <dcterms:modified xsi:type="dcterms:W3CDTF">2018-05-10T06:31:34Z</dcterms:modified>
</cp:coreProperties>
</file>