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60" r:id="rId2"/>
  </p:sldMasterIdLst>
  <p:notesMasterIdLst>
    <p:notesMasterId r:id="rId13"/>
  </p:notesMasterIdLst>
  <p:sldIdLst>
    <p:sldId id="297" r:id="rId3"/>
    <p:sldId id="257" r:id="rId4"/>
    <p:sldId id="314" r:id="rId5"/>
    <p:sldId id="316" r:id="rId6"/>
    <p:sldId id="317" r:id="rId7"/>
    <p:sldId id="318" r:id="rId8"/>
    <p:sldId id="319" r:id="rId9"/>
    <p:sldId id="320" r:id="rId10"/>
    <p:sldId id="313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1499" autoAdjust="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C100F-DE61-4D54-8450-A9B8CE5023B1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39B35-E5C0-4422-AAF8-BFFA2F238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85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5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0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0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1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6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6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5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4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1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8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14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0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1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28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5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98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74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79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01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53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0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0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468DF-067B-4708-BF4E-888660123DFC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58" y="1684955"/>
            <a:ext cx="9144000" cy="2092745"/>
          </a:xfrm>
        </p:spPr>
        <p:txBody>
          <a:bodyPr>
            <a:noAutofit/>
          </a:bodyPr>
          <a:lstStyle/>
          <a:p>
            <a:r>
              <a:rPr lang="en-US" sz="8000" dirty="0"/>
              <a:t>Residual Analysis</a:t>
            </a:r>
          </a:p>
        </p:txBody>
      </p:sp>
    </p:spTree>
    <p:extLst>
      <p:ext uri="{BB962C8B-B14F-4D97-AF65-F5344CB8AC3E}">
        <p14:creationId xmlns:p14="http://schemas.microsoft.com/office/powerpoint/2010/main" val="142888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B9A18-366C-4444-B008-22E382650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4" y="1997209"/>
            <a:ext cx="10515599" cy="289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1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F19076-2580-4714-8341-C14013371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942" y="1690687"/>
            <a:ext cx="5332581" cy="32801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33A3FD-B773-4C91-9EAA-208FDCD17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942" y="5048250"/>
            <a:ext cx="9233373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80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2FEC2-EA21-4A1A-A39D-2759DB56A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05279"/>
            <a:ext cx="4562475" cy="3648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3DBC70-F5E7-49F6-95C3-5B6EF3B1E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537368"/>
            <a:ext cx="8189068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2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938182-CC2C-4481-BBFD-EE87FDE0B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714875" cy="3543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8A7FF4-E04D-4631-A733-E77D36D83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574355"/>
            <a:ext cx="9959502" cy="7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71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C07D2-CC25-4E30-BC33-13071444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600575" cy="3562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523449-B45E-4602-85C4-69E4D3A70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603132"/>
            <a:ext cx="10591800" cy="88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660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4A2AF6-A952-4BC5-89CF-2821326F2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7483"/>
            <a:ext cx="4791075" cy="3629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FCCCEB-189F-450B-B89B-20FF3908ACC8}"/>
              </a:ext>
            </a:extLst>
          </p:cNvPr>
          <p:cNvSpPr txBox="1"/>
          <p:nvPr/>
        </p:nvSpPr>
        <p:spPr>
          <a:xfrm>
            <a:off x="5629275" y="1680656"/>
            <a:ext cx="6491389" cy="2951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the fourth plot, the outlying data point dramatically changes the fit of regression line. In fact, the slope would be undefined without the outlier.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four plots illustrate that relying only on regression output to describe the relationship between your variables can be misleading. The regression equation and R-Square statistics are same even though the relationship is different between the variables.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ECC7E-1A76-4F13-A9B5-BF85E4295AE1}"/>
              </a:ext>
            </a:extLst>
          </p:cNvPr>
          <p:cNvSpPr txBox="1"/>
          <p:nvPr/>
        </p:nvSpPr>
        <p:spPr>
          <a:xfrm>
            <a:off x="2480555" y="5578497"/>
            <a:ext cx="803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 produce the scatter plot before you perform the regression analysis.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140835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8375ED-54A4-4B26-B6D4-442777F8C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6153"/>
            <a:ext cx="9833043" cy="472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01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460231" y="2489663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1691" y="2689718"/>
            <a:ext cx="314220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142766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95833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101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1_Office Theme</vt:lpstr>
      <vt:lpstr>Residual Analysis</vt:lpstr>
      <vt:lpstr>Residual Analysis</vt:lpstr>
      <vt:lpstr>Residual Analysis</vt:lpstr>
      <vt:lpstr>Residual Analysis</vt:lpstr>
      <vt:lpstr>Residual Analysis</vt:lpstr>
      <vt:lpstr>Residual Analysis</vt:lpstr>
      <vt:lpstr>Residual Analysis</vt:lpstr>
      <vt:lpstr>Residual Analysis</vt:lpstr>
      <vt:lpstr>PowerPoint Presentation</vt:lpstr>
      <vt:lpstr>Q&amp;A</vt:lpstr>
    </vt:vector>
  </TitlesOfParts>
  <Company>SAS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by using SAS (Demo)</dc:title>
  <dc:creator>Urvish Shah</dc:creator>
  <cp:lastModifiedBy>Urvish Shah</cp:lastModifiedBy>
  <cp:revision>486</cp:revision>
  <dcterms:created xsi:type="dcterms:W3CDTF">2015-11-18T16:05:43Z</dcterms:created>
  <dcterms:modified xsi:type="dcterms:W3CDTF">2020-07-30T12:05:55Z</dcterms:modified>
</cp:coreProperties>
</file>