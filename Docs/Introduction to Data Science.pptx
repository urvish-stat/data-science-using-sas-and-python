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0" r:id="rId2"/>
  </p:sldMasterIdLst>
  <p:notesMasterIdLst>
    <p:notesMasterId r:id="rId9"/>
  </p:notesMasterIdLst>
  <p:sldIdLst>
    <p:sldId id="297" r:id="rId3"/>
    <p:sldId id="298" r:id="rId4"/>
    <p:sldId id="257" r:id="rId5"/>
    <p:sldId id="258" r:id="rId6"/>
    <p:sldId id="25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1499" autoAdjust="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C100F-DE61-4D54-8450-A9B8CE5023B1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39B35-E5C0-4422-AAF8-BFFA2F238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8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5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0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0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1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6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6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5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4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8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14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0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1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28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5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98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74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79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01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53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0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0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2647" y="2356163"/>
            <a:ext cx="9144000" cy="2092745"/>
          </a:xfrm>
        </p:spPr>
        <p:txBody>
          <a:bodyPr>
            <a:noAutofit/>
          </a:bodyPr>
          <a:lstStyle/>
          <a:p>
            <a:r>
              <a:rPr lang="en-US" sz="8000" dirty="0"/>
              <a:t>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142888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purpose of this course is cover the Statistical Methods for analyzing data by using SAS software (like SAS/Stat, SAS/Graph, SAS/ODS, SAS/Base and SAS/Advance) and Python (Pandas,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Matplotlib</a:t>
            </a:r>
            <a:r>
              <a:rPr lang="en-US" dirty="0"/>
              <a:t>, </a:t>
            </a:r>
            <a:r>
              <a:rPr lang="en-US" dirty="0" err="1"/>
              <a:t>Statmodels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 and so on).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Good to have basic knowledge of programming in any language.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6672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organization is collecting and maintaining the </a:t>
            </a:r>
            <a:r>
              <a:rPr lang="en-US" i="1" dirty="0"/>
              <a:t>large </a:t>
            </a:r>
            <a:r>
              <a:rPr lang="en-US" dirty="0"/>
              <a:t>amount of data for their decision making process, business growth by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analyzing hidden facts and trends</a:t>
            </a:r>
          </a:p>
          <a:p>
            <a:endParaRPr lang="en-US" dirty="0"/>
          </a:p>
          <a:p>
            <a:r>
              <a:rPr lang="en-US" dirty="0"/>
              <a:t>Data is an information on different aspects of business which we need to analyze and manage</a:t>
            </a:r>
          </a:p>
          <a:p>
            <a:endParaRPr lang="en-US" dirty="0"/>
          </a:p>
          <a:p>
            <a:r>
              <a:rPr lang="en-US" dirty="0"/>
              <a:t>For rapid growth of data, the main challenge is to managing and analyzing the </a:t>
            </a:r>
            <a:r>
              <a:rPr lang="en-US" i="1" dirty="0"/>
              <a:t>large </a:t>
            </a:r>
            <a:r>
              <a:rPr lang="en-US" dirty="0"/>
              <a:t>data efficiently </a:t>
            </a:r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1641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Difference between data management and Data analytics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times we encountered to </a:t>
            </a:r>
            <a:r>
              <a:rPr lang="en-US" dirty="0">
                <a:solidFill>
                  <a:srgbClr val="FF0000"/>
                </a:solidFill>
              </a:rPr>
              <a:t>Data Management and Data Analytics </a:t>
            </a:r>
            <a:r>
              <a:rPr lang="en-US" dirty="0"/>
              <a:t>and we consider both are same. But it is not!!!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Data management</a:t>
            </a:r>
            <a:r>
              <a:rPr lang="en-US" dirty="0"/>
              <a:t> comprises all the disciplines related to managing, structuring and manipulating data as a valuable resource.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Data Analytics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on the other hand comprise of techniques which can help to discover hidden facts and patterns from the data</a:t>
            </a:r>
          </a:p>
        </p:txBody>
      </p:sp>
    </p:spTree>
    <p:extLst>
      <p:ext uri="{BB962C8B-B14F-4D97-AF65-F5344CB8AC3E}">
        <p14:creationId xmlns:p14="http://schemas.microsoft.com/office/powerpoint/2010/main" val="140592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data management and Data analytics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Example: </a:t>
            </a:r>
          </a:p>
          <a:p>
            <a:pPr marL="0" indent="0">
              <a:buNone/>
            </a:pPr>
            <a:r>
              <a:rPr lang="en-US" dirty="0"/>
              <a:t>          - Extracting </a:t>
            </a:r>
            <a:r>
              <a:rPr lang="en-US" dirty="0">
                <a:solidFill>
                  <a:srgbClr val="FF0000"/>
                </a:solidFill>
              </a:rPr>
              <a:t>first 10 customers </a:t>
            </a:r>
            <a:r>
              <a:rPr lang="en-US" dirty="0"/>
              <a:t>in terms their visit pattern is a simple query or </a:t>
            </a:r>
            <a:r>
              <a:rPr lang="en-US" b="1" dirty="0">
                <a:solidFill>
                  <a:srgbClr val="FF0000"/>
                </a:solidFill>
              </a:rPr>
              <a:t>data management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/>
              <a:t>          - However, to know which are the most likely customers purchasing the products based on visit pattern is a </a:t>
            </a:r>
            <a:r>
              <a:rPr lang="en-US" b="1" dirty="0">
                <a:solidFill>
                  <a:srgbClr val="FF0000"/>
                </a:solidFill>
              </a:rPr>
              <a:t>data analytics</a:t>
            </a:r>
          </a:p>
          <a:p>
            <a:pPr marL="0" indent="0">
              <a:buNone/>
            </a:pPr>
            <a:r>
              <a:rPr lang="en-US" b="1" dirty="0"/>
              <a:t>          </a:t>
            </a:r>
            <a:r>
              <a:rPr lang="en-US" dirty="0"/>
              <a:t>- Dividing the customers of a company according to their profitability is a </a:t>
            </a:r>
            <a:r>
              <a:rPr lang="en-US" b="1" dirty="0">
                <a:solidFill>
                  <a:srgbClr val="FF0000"/>
                </a:solidFill>
              </a:rPr>
              <a:t>data management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activity. </a:t>
            </a:r>
          </a:p>
          <a:p>
            <a:pPr marL="0" indent="0">
              <a:buNone/>
            </a:pPr>
            <a:r>
              <a:rPr lang="en-US" dirty="0"/>
              <a:t>          - Predicting the future stock price of a company using historical</a:t>
            </a:r>
          </a:p>
          <a:p>
            <a:pPr marL="0" indent="0">
              <a:buNone/>
            </a:pPr>
            <a:r>
              <a:rPr lang="en-US" dirty="0"/>
              <a:t> records is a </a:t>
            </a:r>
            <a:r>
              <a:rPr lang="en-US" b="1" dirty="0">
                <a:solidFill>
                  <a:srgbClr val="FF0000"/>
                </a:solidFill>
              </a:rPr>
              <a:t>data analytics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activity.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1565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9583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295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1_Office Theme</vt:lpstr>
      <vt:lpstr>Introduction to Data Science</vt:lpstr>
      <vt:lpstr>Disclaimer</vt:lpstr>
      <vt:lpstr>Definition of Data</vt:lpstr>
      <vt:lpstr>Difference between data management and Data analytics </vt:lpstr>
      <vt:lpstr>Difference between data management and Data analytics </vt:lpstr>
      <vt:lpstr>Q&amp;A</vt:lpstr>
    </vt:vector>
  </TitlesOfParts>
  <Company>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by using SAS (Demo)</dc:title>
  <dc:creator>Urvish Shah</dc:creator>
  <cp:lastModifiedBy>Urvish Shah</cp:lastModifiedBy>
  <cp:revision>327</cp:revision>
  <dcterms:created xsi:type="dcterms:W3CDTF">2015-11-18T16:05:43Z</dcterms:created>
  <dcterms:modified xsi:type="dcterms:W3CDTF">2020-06-12T11:22:52Z</dcterms:modified>
</cp:coreProperties>
</file>